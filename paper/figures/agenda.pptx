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</p:sldIdLst>
  <p:sldSz cx="7920038" cy="4319588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rit Wagner" initials="GW" lastIdx="1" clrIdx="0">
    <p:extLst>
      <p:ext uri="{19B8F6BF-5375-455C-9EA6-DF929625EA0E}">
        <p15:presenceInfo xmlns:p15="http://schemas.microsoft.com/office/powerpoint/2012/main" userId="Gerit Wagn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9B99"/>
    <a:srgbClr val="F5FE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231" d="100"/>
          <a:sy n="231" d="100"/>
        </p:scale>
        <p:origin x="68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commentAuthors" Target="commentAuthors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70C7FD-6754-7996-FDCB-262E071B5F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0006" y="706933"/>
            <a:ext cx="5940029" cy="1503857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D2FD00-F5EF-4350-6FC5-405F9A6713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90006" y="2268784"/>
            <a:ext cx="5940029" cy="1042900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6E27775-DB41-C9E9-17B9-DE2077403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8CD90-1D7D-409D-9985-8EA1B360B9B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5361CE-A2C1-5A74-2D53-47B5D8DD5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54F6B57-2A99-D541-679E-ACC099245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DB969-10ED-4E39-AE1F-69F0FB848B0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00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B19C4B-0EDF-D2C9-C4F0-AC2C94712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2BFDCA2-CD0E-06DE-74C5-352EF4D25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A74A60D-9C39-2191-7951-94D796904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8CD90-1D7D-409D-9985-8EA1B360B9B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EF1AEDD-8DD1-0C77-2AA7-1F0097C4DB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7E8E195-20FC-EC46-1BA4-331912A19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DB969-10ED-4E39-AE1F-69F0FB848B0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310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B45332-4FD3-1645-6096-1CEC63DAE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378" y="1076899"/>
            <a:ext cx="6831033" cy="179682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A17ED92-2233-B4CA-9797-813160C557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378" y="2890725"/>
            <a:ext cx="6831033" cy="94491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F3ABC46-D281-B5A4-83AD-1D70B37AA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8CD90-1D7D-409D-9985-8EA1B360B9B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FB7300-E4E8-019C-F0E1-6501F104A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263B333-20FE-82D9-3175-24F9743CD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DB969-10ED-4E39-AE1F-69F0FB848B0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253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B6C465-944D-D676-3AA3-49D830406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3DA3039-D76C-CA6A-BB05-EFFE8C6186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4503" y="1149890"/>
            <a:ext cx="3366016" cy="274073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00D9EAB-95C2-C95A-3B88-EF601E7EF1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09519" y="1149890"/>
            <a:ext cx="3366016" cy="274073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D479E88-5943-CA8C-DE37-EA6EAD37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8CD90-1D7D-409D-9985-8EA1B360B9B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79E8BF5-7488-2BDA-85B8-2318B29F9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B165DB1-D376-DB8C-BBE0-3A5CD764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DB969-10ED-4E39-AE1F-69F0FB848B0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280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921C0D-EA50-DF4D-1773-76EDD86AD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534" y="229979"/>
            <a:ext cx="6831033" cy="834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E9A99D-BBE2-6018-DFF3-DAFF949D8B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5536" y="1058899"/>
            <a:ext cx="3350547" cy="5189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1DF3810-EAD7-E715-D5CC-FF561BBCA9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5536" y="1577849"/>
            <a:ext cx="3350547" cy="23207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A17C490-3BDD-7560-EF29-DA3BDD952D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009519" y="1058899"/>
            <a:ext cx="3367048" cy="5189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D4CA1A9-4D51-F782-139C-51EF8F4C44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009519" y="1577849"/>
            <a:ext cx="3367048" cy="23207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7CD4660-81CF-95E9-BFDC-284E62CCA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8CD90-1D7D-409D-9985-8EA1B360B9B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F7FB3D4-75EA-5716-AE46-D953F6004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4DC9A2F-7AF8-D726-9B94-C10D51FF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DB969-10ED-4E39-AE1F-69F0FB848B0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2493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0173F3-A8B3-EBE5-2C93-5C9EC5511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7718C68-8C4B-D11A-B376-9B0FA3B7A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8CD90-1D7D-409D-9985-8EA1B360B9B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2544141-A9DE-A04F-B68E-E47E67261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30C4F4F-EFD0-79FD-7B85-8F7C7976C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DB969-10ED-4E39-AE1F-69F0FB848B0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172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9B10098-8061-8CD4-01C4-D5F89D2C0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8CD90-1D7D-409D-9985-8EA1B360B9B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58B0674-5078-9640-B5B4-AD42682B2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41E2AB9-124D-908F-D695-251BF59C7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DB969-10ED-4E39-AE1F-69F0FB848B0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8675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1BCB0-1D20-80B0-5D7B-DA7AAB524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535" y="287972"/>
            <a:ext cx="2554418" cy="100790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B94C603-B491-5CE3-EAF3-5732CB7C97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67049" y="621942"/>
            <a:ext cx="4009519" cy="306970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9FCAED0-05C2-056F-7E46-D005B2773A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45535" y="1295877"/>
            <a:ext cx="2554418" cy="24007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6999ABE-A9A4-7F78-CF75-FF6D2D35C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8CD90-1D7D-409D-9985-8EA1B360B9B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4EC25D4-2709-BB08-C81F-B4300A2BC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FBA4B0D-5EBD-F611-DE93-F44F574CA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DB969-10ED-4E39-AE1F-69F0FB848B0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0276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1C61F3-7AB9-2DA5-BFDF-14622C34B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535" y="287972"/>
            <a:ext cx="2554418" cy="100790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2EC2B3D-9172-B682-D466-14970BCA7F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67049" y="621942"/>
            <a:ext cx="4009519" cy="306970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E625DFB-D6B6-D99B-58F8-A8EFD4232F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45535" y="1295877"/>
            <a:ext cx="2554418" cy="24007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AC84C4C-DC41-9573-0975-439596676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8CD90-1D7D-409D-9985-8EA1B360B9B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A779697-A778-260F-53C9-68177CB8B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4F28B9D-0B67-F972-5CF6-5603D799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DB969-10ED-4E39-AE1F-69F0FB848B0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61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C6521C-29E2-C61C-BF48-4799DE1CB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CAAE805-C13E-CEFE-7975-9B61E3A188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1A852BC-3C05-AB29-31B3-35DE13EA4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8CD90-1D7D-409D-9985-8EA1B360B9B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546A61-04B5-8B33-D157-1E0DF6AB7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B68EE33-9493-E77A-4A55-943818B84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DB969-10ED-4E39-AE1F-69F0FB848B0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317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3CB4DE97-CED5-0E95-A23F-84F47BA7A1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5667777" y="229978"/>
            <a:ext cx="1707758" cy="366065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0A0E984-9D9F-8200-7ACD-F4C9375761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44503" y="229978"/>
            <a:ext cx="5024274" cy="3660651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83317CE-EF8B-6AE2-8DE9-BEF6D891F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8CD90-1D7D-409D-9985-8EA1B360B9B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FFD2203-2E34-50C9-3AFF-8EDAE958C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181A271-5857-C6E3-08B8-8096C445F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DB969-10ED-4E39-AE1F-69F0FB848B0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0267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C262FE4-31F0-DBEC-3A34-FF96E8537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504" y="229979"/>
            <a:ext cx="6831033" cy="834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B0D38A6-C238-33B5-13AA-291367D5E3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4504" y="1149890"/>
            <a:ext cx="6831033" cy="27407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99F8935-FE27-E958-86FE-A1FDFF4246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4503" y="4003619"/>
            <a:ext cx="1782009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88CD90-1D7D-409D-9985-8EA1B360B9B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45481C2-92E3-3784-03EC-35D222E92C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23514" y="4003619"/>
            <a:ext cx="2673013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369C1DE-EC6A-D135-8CBC-F66EC6A422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93528" y="4003619"/>
            <a:ext cx="1782009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5DB969-10ED-4E39-AE1F-69F0FB848B0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613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BD31FD3E-DAA1-C97C-CA2B-FF87133068E2}"/>
              </a:ext>
            </a:extLst>
          </p:cNvPr>
          <p:cNvSpPr/>
          <p:nvPr/>
        </p:nvSpPr>
        <p:spPr>
          <a:xfrm>
            <a:off x="741805" y="659243"/>
            <a:ext cx="2592000" cy="288000"/>
          </a:xfrm>
          <a:custGeom>
            <a:avLst/>
            <a:gdLst>
              <a:gd name="connsiteX0" fmla="*/ 0 w 1357284"/>
              <a:gd name="connsiteY0" fmla="*/ 0 h 965519"/>
              <a:gd name="connsiteX1" fmla="*/ 1357284 w 1357284"/>
              <a:gd name="connsiteY1" fmla="*/ 0 h 965519"/>
              <a:gd name="connsiteX2" fmla="*/ 1357284 w 1357284"/>
              <a:gd name="connsiteY2" fmla="*/ 965519 h 965519"/>
              <a:gd name="connsiteX3" fmla="*/ 0 w 1357284"/>
              <a:gd name="connsiteY3" fmla="*/ 965519 h 965519"/>
              <a:gd name="connsiteX4" fmla="*/ 0 w 1357284"/>
              <a:gd name="connsiteY4" fmla="*/ 0 h 965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7284" h="965519">
                <a:moveTo>
                  <a:pt x="0" y="0"/>
                </a:moveTo>
                <a:lnTo>
                  <a:pt x="1357284" y="0"/>
                </a:lnTo>
                <a:lnTo>
                  <a:pt x="1357284" y="965519"/>
                </a:lnTo>
                <a:lnTo>
                  <a:pt x="0" y="965519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lumMod val="50000"/>
              <a:lumOff val="5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ctr" anchorCtr="0">
            <a:noAutofit/>
          </a:bodyPr>
          <a:lstStyle/>
          <a:p>
            <a:pPr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Week 1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Organization &amp; Introduction</a:t>
            </a:r>
          </a:p>
        </p:txBody>
      </p:sp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83DBBF9B-31B4-7A1F-8FEA-BF68CCCDF7DF}"/>
              </a:ext>
            </a:extLst>
          </p:cNvPr>
          <p:cNvSpPr/>
          <p:nvPr/>
        </p:nvSpPr>
        <p:spPr>
          <a:xfrm>
            <a:off x="741805" y="1054447"/>
            <a:ext cx="2592000" cy="288000"/>
          </a:xfrm>
          <a:custGeom>
            <a:avLst/>
            <a:gdLst>
              <a:gd name="connsiteX0" fmla="*/ 0 w 1356810"/>
              <a:gd name="connsiteY0" fmla="*/ 0 h 964804"/>
              <a:gd name="connsiteX1" fmla="*/ 1356810 w 1356810"/>
              <a:gd name="connsiteY1" fmla="*/ 0 h 964804"/>
              <a:gd name="connsiteX2" fmla="*/ 1356810 w 1356810"/>
              <a:gd name="connsiteY2" fmla="*/ 964804 h 964804"/>
              <a:gd name="connsiteX3" fmla="*/ 0 w 1356810"/>
              <a:gd name="connsiteY3" fmla="*/ 964804 h 964804"/>
              <a:gd name="connsiteX4" fmla="*/ 0 w 1356810"/>
              <a:gd name="connsiteY4" fmla="*/ 0 h 964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6810" h="964804">
                <a:moveTo>
                  <a:pt x="0" y="0"/>
                </a:moveTo>
                <a:lnTo>
                  <a:pt x="1356810" y="0"/>
                </a:lnTo>
                <a:lnTo>
                  <a:pt x="1356810" y="964804"/>
                </a:lnTo>
                <a:lnTo>
                  <a:pt x="0" y="96480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ctr" anchorCtr="0">
            <a:noAutofit/>
          </a:bodyPr>
          <a:lstStyle/>
          <a:p>
            <a:pPr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Week 2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Introduction to Git</a:t>
            </a:r>
          </a:p>
        </p:txBody>
      </p:sp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54A97A2D-B144-988B-F7E2-79AD33A3F4BC}"/>
              </a:ext>
            </a:extLst>
          </p:cNvPr>
          <p:cNvSpPr/>
          <p:nvPr/>
        </p:nvSpPr>
        <p:spPr>
          <a:xfrm>
            <a:off x="741805" y="1449651"/>
            <a:ext cx="2592000" cy="288000"/>
          </a:xfrm>
          <a:custGeom>
            <a:avLst/>
            <a:gdLst>
              <a:gd name="connsiteX0" fmla="*/ 0 w 1356810"/>
              <a:gd name="connsiteY0" fmla="*/ 0 h 964804"/>
              <a:gd name="connsiteX1" fmla="*/ 1356810 w 1356810"/>
              <a:gd name="connsiteY1" fmla="*/ 0 h 964804"/>
              <a:gd name="connsiteX2" fmla="*/ 1356810 w 1356810"/>
              <a:gd name="connsiteY2" fmla="*/ 964804 h 964804"/>
              <a:gd name="connsiteX3" fmla="*/ 0 w 1356810"/>
              <a:gd name="connsiteY3" fmla="*/ 964804 h 964804"/>
              <a:gd name="connsiteX4" fmla="*/ 0 w 1356810"/>
              <a:gd name="connsiteY4" fmla="*/ 0 h 964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6810" h="964804">
                <a:moveTo>
                  <a:pt x="0" y="0"/>
                </a:moveTo>
                <a:lnTo>
                  <a:pt x="1356810" y="0"/>
                </a:lnTo>
                <a:lnTo>
                  <a:pt x="1356810" y="964804"/>
                </a:lnTo>
                <a:lnTo>
                  <a:pt x="0" y="96480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ctr" anchorCtr="0">
            <a:noAutofit/>
          </a:bodyPr>
          <a:lstStyle/>
          <a:p>
            <a:pPr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Week 3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Introduction to Python (I, II)</a:t>
            </a:r>
          </a:p>
        </p:txBody>
      </p: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DA25E89D-C1DF-A434-3435-97315B964FFA}"/>
              </a:ext>
            </a:extLst>
          </p:cNvPr>
          <p:cNvSpPr/>
          <p:nvPr/>
        </p:nvSpPr>
        <p:spPr>
          <a:xfrm>
            <a:off x="741805" y="2240059"/>
            <a:ext cx="2592000" cy="288000"/>
          </a:xfrm>
          <a:custGeom>
            <a:avLst/>
            <a:gdLst>
              <a:gd name="connsiteX0" fmla="*/ 0 w 1263604"/>
              <a:gd name="connsiteY0" fmla="*/ 0 h 964804"/>
              <a:gd name="connsiteX1" fmla="*/ 1263604 w 1263604"/>
              <a:gd name="connsiteY1" fmla="*/ 0 h 964804"/>
              <a:gd name="connsiteX2" fmla="*/ 1263604 w 1263604"/>
              <a:gd name="connsiteY2" fmla="*/ 964804 h 964804"/>
              <a:gd name="connsiteX3" fmla="*/ 0 w 1263604"/>
              <a:gd name="connsiteY3" fmla="*/ 964804 h 964804"/>
              <a:gd name="connsiteX4" fmla="*/ 0 w 1263604"/>
              <a:gd name="connsiteY4" fmla="*/ 0 h 964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3604" h="964804">
                <a:moveTo>
                  <a:pt x="0" y="0"/>
                </a:moveTo>
                <a:lnTo>
                  <a:pt x="1263604" y="0"/>
                </a:lnTo>
                <a:lnTo>
                  <a:pt x="1263604" y="964804"/>
                </a:lnTo>
                <a:lnTo>
                  <a:pt x="0" y="96480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ctr" anchorCtr="0">
            <a:noAutofit/>
          </a:bodyPr>
          <a:lstStyle/>
          <a:p>
            <a:pPr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Week 5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Best Practices</a:t>
            </a:r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85B4A8D1-488E-E518-39B3-F997B81CEC21}"/>
              </a:ext>
            </a:extLst>
          </p:cNvPr>
          <p:cNvSpPr/>
          <p:nvPr/>
        </p:nvSpPr>
        <p:spPr>
          <a:xfrm>
            <a:off x="741804" y="3582938"/>
            <a:ext cx="2592000" cy="288000"/>
          </a:xfrm>
          <a:custGeom>
            <a:avLst/>
            <a:gdLst>
              <a:gd name="connsiteX0" fmla="*/ 0 w 1263604"/>
              <a:gd name="connsiteY0" fmla="*/ 0 h 964804"/>
              <a:gd name="connsiteX1" fmla="*/ 1263604 w 1263604"/>
              <a:gd name="connsiteY1" fmla="*/ 0 h 964804"/>
              <a:gd name="connsiteX2" fmla="*/ 1263604 w 1263604"/>
              <a:gd name="connsiteY2" fmla="*/ 964804 h 964804"/>
              <a:gd name="connsiteX3" fmla="*/ 0 w 1263604"/>
              <a:gd name="connsiteY3" fmla="*/ 964804 h 964804"/>
              <a:gd name="connsiteX4" fmla="*/ 0 w 1263604"/>
              <a:gd name="connsiteY4" fmla="*/ 0 h 964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3604" h="964804">
                <a:moveTo>
                  <a:pt x="0" y="0"/>
                </a:moveTo>
                <a:lnTo>
                  <a:pt x="1263604" y="0"/>
                </a:lnTo>
                <a:lnTo>
                  <a:pt x="1263604" y="964804"/>
                </a:lnTo>
                <a:lnTo>
                  <a:pt x="0" y="964804"/>
                </a:lnTo>
                <a:lnTo>
                  <a:pt x="0" y="0"/>
                </a:lnTo>
                <a:close/>
              </a:path>
            </a:pathLst>
          </a:custGeom>
          <a:solidFill>
            <a:srgbClr val="F99B99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ctr" anchorCtr="0">
            <a:noAutofit/>
          </a:bodyPr>
          <a:lstStyle/>
          <a:p>
            <a:pPr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Week 12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Code review session</a:t>
            </a:r>
          </a:p>
        </p:txBody>
      </p:sp>
      <p:sp>
        <p:nvSpPr>
          <p:cNvPr id="3" name="Pfeil: eingekerbt nach rechts 2">
            <a:extLst>
              <a:ext uri="{FF2B5EF4-FFF2-40B4-BE49-F238E27FC236}">
                <a16:creationId xmlns:a16="http://schemas.microsoft.com/office/drawing/2014/main" id="{4CD1F886-6F7E-C62A-1E37-DE1FB3A7AB2C}"/>
              </a:ext>
            </a:extLst>
          </p:cNvPr>
          <p:cNvSpPr/>
          <p:nvPr/>
        </p:nvSpPr>
        <p:spPr>
          <a:xfrm rot="5400000">
            <a:off x="2022090" y="1728728"/>
            <a:ext cx="3875857" cy="1102663"/>
          </a:xfrm>
          <a:prstGeom prst="notched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365DD6B9-42CA-9C9A-7D79-D51B46FC98D2}"/>
              </a:ext>
            </a:extLst>
          </p:cNvPr>
          <p:cNvSpPr/>
          <p:nvPr/>
        </p:nvSpPr>
        <p:spPr>
          <a:xfrm rot="5400000">
            <a:off x="3848933" y="725042"/>
            <a:ext cx="252000" cy="2520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56F80202-EE67-AC36-2BB5-4D19A448E11B}"/>
              </a:ext>
            </a:extLst>
          </p:cNvPr>
          <p:cNvSpPr/>
          <p:nvPr/>
        </p:nvSpPr>
        <p:spPr>
          <a:xfrm rot="5400000">
            <a:off x="3848933" y="1110721"/>
            <a:ext cx="252000" cy="2520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D7975CA2-9490-695F-4776-2139BFDC1C38}"/>
              </a:ext>
            </a:extLst>
          </p:cNvPr>
          <p:cNvSpPr/>
          <p:nvPr/>
        </p:nvSpPr>
        <p:spPr>
          <a:xfrm rot="5400000">
            <a:off x="3848933" y="1496400"/>
            <a:ext cx="252000" cy="2520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98257864-D29E-7CDA-6271-378C237BC11E}"/>
              </a:ext>
            </a:extLst>
          </p:cNvPr>
          <p:cNvSpPr/>
          <p:nvPr/>
        </p:nvSpPr>
        <p:spPr>
          <a:xfrm rot="5400000">
            <a:off x="3848933" y="1882079"/>
            <a:ext cx="252000" cy="2520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D6B27FA7-45F3-2DB7-6D6A-32EF2B61F5A8}"/>
              </a:ext>
            </a:extLst>
          </p:cNvPr>
          <p:cNvSpPr/>
          <p:nvPr/>
        </p:nvSpPr>
        <p:spPr>
          <a:xfrm rot="5400000">
            <a:off x="3848933" y="2267758"/>
            <a:ext cx="252000" cy="252000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EA5E6C77-078E-0752-6DB9-99A8A7DA3672}"/>
              </a:ext>
            </a:extLst>
          </p:cNvPr>
          <p:cNvSpPr/>
          <p:nvPr/>
        </p:nvSpPr>
        <p:spPr>
          <a:xfrm rot="5400000">
            <a:off x="3848933" y="3620622"/>
            <a:ext cx="252000" cy="252000"/>
          </a:xfrm>
          <a:prstGeom prst="ellipse">
            <a:avLst/>
          </a:prstGeom>
          <a:solidFill>
            <a:srgbClr val="F99B99"/>
          </a:solidFill>
          <a:ln>
            <a:solidFill>
              <a:schemeClr val="tx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5D6453D-50C9-272C-8FCF-D0BE1B8A6A94}"/>
              </a:ext>
            </a:extLst>
          </p:cNvPr>
          <p:cNvSpPr/>
          <p:nvPr/>
        </p:nvSpPr>
        <p:spPr>
          <a:xfrm rot="5400000">
            <a:off x="3553990" y="2940721"/>
            <a:ext cx="841891" cy="250147"/>
          </a:xfrm>
          <a:prstGeom prst="rect">
            <a:avLst/>
          </a:prstGeom>
          <a:solidFill>
            <a:srgbClr val="F5FE8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BF516CB-7CA5-FB04-D5D4-6CA95A15042A}"/>
              </a:ext>
            </a:extLst>
          </p:cNvPr>
          <p:cNvSpPr txBox="1"/>
          <p:nvPr/>
        </p:nvSpPr>
        <p:spPr>
          <a:xfrm>
            <a:off x="741804" y="2644849"/>
            <a:ext cx="2592000" cy="842400"/>
          </a:xfrm>
          <a:prstGeom prst="rect">
            <a:avLst/>
          </a:prstGeom>
          <a:solidFill>
            <a:srgbClr val="F5FE86"/>
          </a:solidFill>
        </p:spPr>
        <p:txBody>
          <a:bodyPr wrap="square" rtlCol="0" anchor="ctr">
            <a:spAutoFit/>
          </a:bodyPr>
          <a:lstStyle/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Weeks 6-11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Hacking sessions</a:t>
            </a:r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0DD2D370-118A-7EAF-05B7-2E4D8B5CF4C0}"/>
              </a:ext>
            </a:extLst>
          </p:cNvPr>
          <p:cNvSpPr/>
          <p:nvPr/>
        </p:nvSpPr>
        <p:spPr>
          <a:xfrm>
            <a:off x="741805" y="1844855"/>
            <a:ext cx="2592000" cy="288000"/>
          </a:xfrm>
          <a:custGeom>
            <a:avLst/>
            <a:gdLst>
              <a:gd name="connsiteX0" fmla="*/ 0 w 1356810"/>
              <a:gd name="connsiteY0" fmla="*/ 0 h 964804"/>
              <a:gd name="connsiteX1" fmla="*/ 1356810 w 1356810"/>
              <a:gd name="connsiteY1" fmla="*/ 0 h 964804"/>
              <a:gd name="connsiteX2" fmla="*/ 1356810 w 1356810"/>
              <a:gd name="connsiteY2" fmla="*/ 964804 h 964804"/>
              <a:gd name="connsiteX3" fmla="*/ 0 w 1356810"/>
              <a:gd name="connsiteY3" fmla="*/ 964804 h 964804"/>
              <a:gd name="connsiteX4" fmla="*/ 0 w 1356810"/>
              <a:gd name="connsiteY4" fmla="*/ 0 h 964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6810" h="964804">
                <a:moveTo>
                  <a:pt x="0" y="0"/>
                </a:moveTo>
                <a:lnTo>
                  <a:pt x="1356810" y="0"/>
                </a:lnTo>
                <a:lnTo>
                  <a:pt x="1356810" y="964804"/>
                </a:lnTo>
                <a:lnTo>
                  <a:pt x="0" y="96480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ctr" anchorCtr="0">
            <a:noAutofit/>
          </a:bodyPr>
          <a:lstStyle/>
          <a:p>
            <a:pPr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Week 4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Introduction to Python (III)</a:t>
            </a:r>
          </a:p>
        </p:txBody>
      </p:sp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4C3C89FD-6921-7F67-8122-2224BC4BB917}"/>
              </a:ext>
            </a:extLst>
          </p:cNvPr>
          <p:cNvSpPr/>
          <p:nvPr/>
        </p:nvSpPr>
        <p:spPr>
          <a:xfrm>
            <a:off x="4589614" y="1061226"/>
            <a:ext cx="2592000" cy="288000"/>
          </a:xfrm>
          <a:custGeom>
            <a:avLst/>
            <a:gdLst>
              <a:gd name="connsiteX0" fmla="*/ 0 w 1356810"/>
              <a:gd name="connsiteY0" fmla="*/ 0 h 964804"/>
              <a:gd name="connsiteX1" fmla="*/ 1356810 w 1356810"/>
              <a:gd name="connsiteY1" fmla="*/ 0 h 964804"/>
              <a:gd name="connsiteX2" fmla="*/ 1356810 w 1356810"/>
              <a:gd name="connsiteY2" fmla="*/ 964804 h 964804"/>
              <a:gd name="connsiteX3" fmla="*/ 0 w 1356810"/>
              <a:gd name="connsiteY3" fmla="*/ 964804 h 964804"/>
              <a:gd name="connsiteX4" fmla="*/ 0 w 1356810"/>
              <a:gd name="connsiteY4" fmla="*/ 0 h 964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6810" h="964804">
                <a:moveTo>
                  <a:pt x="0" y="0"/>
                </a:moveTo>
                <a:lnTo>
                  <a:pt x="1356810" y="0"/>
                </a:lnTo>
                <a:lnTo>
                  <a:pt x="1356810" y="964804"/>
                </a:lnTo>
                <a:lnTo>
                  <a:pt x="0" y="96480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ctr" anchorCtr="0">
            <a:noAutofit/>
          </a:bodyPr>
          <a:lstStyle/>
          <a:p>
            <a:pPr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Coordinate with the group</a:t>
            </a:r>
          </a:p>
        </p:txBody>
      </p:sp>
      <p:sp>
        <p:nvSpPr>
          <p:cNvPr id="22" name="Freihandform: Form 21">
            <a:extLst>
              <a:ext uri="{FF2B5EF4-FFF2-40B4-BE49-F238E27FC236}">
                <a16:creationId xmlns:a16="http://schemas.microsoft.com/office/drawing/2014/main" id="{9B00BF0E-384C-71B8-9F21-701CD1204ECC}"/>
              </a:ext>
            </a:extLst>
          </p:cNvPr>
          <p:cNvSpPr/>
          <p:nvPr/>
        </p:nvSpPr>
        <p:spPr>
          <a:xfrm>
            <a:off x="4589614" y="1449654"/>
            <a:ext cx="2592000" cy="287998"/>
          </a:xfrm>
          <a:custGeom>
            <a:avLst/>
            <a:gdLst>
              <a:gd name="connsiteX0" fmla="*/ 0 w 1356810"/>
              <a:gd name="connsiteY0" fmla="*/ 0 h 964804"/>
              <a:gd name="connsiteX1" fmla="*/ 1356810 w 1356810"/>
              <a:gd name="connsiteY1" fmla="*/ 0 h 964804"/>
              <a:gd name="connsiteX2" fmla="*/ 1356810 w 1356810"/>
              <a:gd name="connsiteY2" fmla="*/ 964804 h 964804"/>
              <a:gd name="connsiteX3" fmla="*/ 0 w 1356810"/>
              <a:gd name="connsiteY3" fmla="*/ 964804 h 964804"/>
              <a:gd name="connsiteX4" fmla="*/ 0 w 1356810"/>
              <a:gd name="connsiteY4" fmla="*/ 0 h 964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6810" h="964804">
                <a:moveTo>
                  <a:pt x="0" y="0"/>
                </a:moveTo>
                <a:lnTo>
                  <a:pt x="1356810" y="0"/>
                </a:lnTo>
                <a:lnTo>
                  <a:pt x="1356810" y="964804"/>
                </a:lnTo>
                <a:lnTo>
                  <a:pt x="0" y="96480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Read related code and make plans</a:t>
            </a:r>
          </a:p>
        </p:txBody>
      </p:sp>
      <p:sp>
        <p:nvSpPr>
          <p:cNvPr id="23" name="Freihandform: Form 22">
            <a:extLst>
              <a:ext uri="{FF2B5EF4-FFF2-40B4-BE49-F238E27FC236}">
                <a16:creationId xmlns:a16="http://schemas.microsoft.com/office/drawing/2014/main" id="{F3F1B54C-6245-76A9-BAAE-A1EC30C619F4}"/>
              </a:ext>
            </a:extLst>
          </p:cNvPr>
          <p:cNvSpPr/>
          <p:nvPr/>
        </p:nvSpPr>
        <p:spPr>
          <a:xfrm>
            <a:off x="4589614" y="666022"/>
            <a:ext cx="2592000" cy="288000"/>
          </a:xfrm>
          <a:custGeom>
            <a:avLst/>
            <a:gdLst>
              <a:gd name="connsiteX0" fmla="*/ 0 w 1357284"/>
              <a:gd name="connsiteY0" fmla="*/ 0 h 965519"/>
              <a:gd name="connsiteX1" fmla="*/ 1357284 w 1357284"/>
              <a:gd name="connsiteY1" fmla="*/ 0 h 965519"/>
              <a:gd name="connsiteX2" fmla="*/ 1357284 w 1357284"/>
              <a:gd name="connsiteY2" fmla="*/ 965519 h 965519"/>
              <a:gd name="connsiteX3" fmla="*/ 0 w 1357284"/>
              <a:gd name="connsiteY3" fmla="*/ 965519 h 965519"/>
              <a:gd name="connsiteX4" fmla="*/ 0 w 1357284"/>
              <a:gd name="connsiteY4" fmla="*/ 0 h 965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7284" h="965519">
                <a:moveTo>
                  <a:pt x="0" y="0"/>
                </a:moveTo>
                <a:lnTo>
                  <a:pt x="1357284" y="0"/>
                </a:lnTo>
                <a:lnTo>
                  <a:pt x="1357284" y="965519"/>
                </a:lnTo>
                <a:lnTo>
                  <a:pt x="0" y="965519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lumMod val="50000"/>
              <a:lumOff val="5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ctr" anchorCtr="0">
            <a:noAutofit/>
          </a:bodyPr>
          <a:lstStyle/>
          <a:p>
            <a:pPr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Select an issue and comment</a:t>
            </a:r>
          </a:p>
        </p:txBody>
      </p:sp>
      <p:sp>
        <p:nvSpPr>
          <p:cNvPr id="24" name="Freihandform: Form 23">
            <a:extLst>
              <a:ext uri="{FF2B5EF4-FFF2-40B4-BE49-F238E27FC236}">
                <a16:creationId xmlns:a16="http://schemas.microsoft.com/office/drawing/2014/main" id="{D08C4241-2ED4-4BD5-92D3-544EC40600ED}"/>
              </a:ext>
            </a:extLst>
          </p:cNvPr>
          <p:cNvSpPr/>
          <p:nvPr/>
        </p:nvSpPr>
        <p:spPr>
          <a:xfrm>
            <a:off x="4586228" y="1844855"/>
            <a:ext cx="2592000" cy="1656000"/>
          </a:xfrm>
          <a:custGeom>
            <a:avLst/>
            <a:gdLst>
              <a:gd name="connsiteX0" fmla="*/ 0 w 1356810"/>
              <a:gd name="connsiteY0" fmla="*/ 0 h 964804"/>
              <a:gd name="connsiteX1" fmla="*/ 1356810 w 1356810"/>
              <a:gd name="connsiteY1" fmla="*/ 0 h 964804"/>
              <a:gd name="connsiteX2" fmla="*/ 1356810 w 1356810"/>
              <a:gd name="connsiteY2" fmla="*/ 964804 h 964804"/>
              <a:gd name="connsiteX3" fmla="*/ 0 w 1356810"/>
              <a:gd name="connsiteY3" fmla="*/ 964804 h 964804"/>
              <a:gd name="connsiteX4" fmla="*/ 0 w 1356810"/>
              <a:gd name="connsiteY4" fmla="*/ 0 h 964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6810" h="964804">
                <a:moveTo>
                  <a:pt x="0" y="0"/>
                </a:moveTo>
                <a:lnTo>
                  <a:pt x="1356810" y="0"/>
                </a:lnTo>
                <a:lnTo>
                  <a:pt x="1356810" y="964804"/>
                </a:lnTo>
                <a:lnTo>
                  <a:pt x="0" y="964804"/>
                </a:lnTo>
                <a:lnTo>
                  <a:pt x="0" y="0"/>
                </a:lnTo>
                <a:close/>
              </a:path>
            </a:pathLst>
          </a:custGeom>
          <a:solidFill>
            <a:srgbClr val="F5FE86"/>
          </a:solidFill>
        </p:spPr>
        <p:txBody>
          <a:bodyPr wrap="square" rtlCol="0" anchor="t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Development phase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1D6DF7F-B8F1-F44A-EF8E-B8BD3EEA5374}"/>
              </a:ext>
            </a:extLst>
          </p:cNvPr>
          <p:cNvSpPr txBox="1"/>
          <p:nvPr/>
        </p:nvSpPr>
        <p:spPr>
          <a:xfrm>
            <a:off x="4834478" y="2767368"/>
            <a:ext cx="2095500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Week 7: Open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pull-request</a:t>
            </a:r>
          </a:p>
        </p:txBody>
      </p:sp>
      <p:sp>
        <p:nvSpPr>
          <p:cNvPr id="26" name="Freihandform: Form 25">
            <a:extLst>
              <a:ext uri="{FF2B5EF4-FFF2-40B4-BE49-F238E27FC236}">
                <a16:creationId xmlns:a16="http://schemas.microsoft.com/office/drawing/2014/main" id="{5F9A559E-B74A-9D2E-A27C-1B8986B15205}"/>
              </a:ext>
            </a:extLst>
          </p:cNvPr>
          <p:cNvSpPr/>
          <p:nvPr/>
        </p:nvSpPr>
        <p:spPr>
          <a:xfrm>
            <a:off x="4586228" y="3582938"/>
            <a:ext cx="2592000" cy="288000"/>
          </a:xfrm>
          <a:custGeom>
            <a:avLst/>
            <a:gdLst>
              <a:gd name="connsiteX0" fmla="*/ 0 w 1263604"/>
              <a:gd name="connsiteY0" fmla="*/ 0 h 964804"/>
              <a:gd name="connsiteX1" fmla="*/ 1263604 w 1263604"/>
              <a:gd name="connsiteY1" fmla="*/ 0 h 964804"/>
              <a:gd name="connsiteX2" fmla="*/ 1263604 w 1263604"/>
              <a:gd name="connsiteY2" fmla="*/ 964804 h 964804"/>
              <a:gd name="connsiteX3" fmla="*/ 0 w 1263604"/>
              <a:gd name="connsiteY3" fmla="*/ 964804 h 964804"/>
              <a:gd name="connsiteX4" fmla="*/ 0 w 1263604"/>
              <a:gd name="connsiteY4" fmla="*/ 0 h 964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3604" h="964804">
                <a:moveTo>
                  <a:pt x="0" y="0"/>
                </a:moveTo>
                <a:lnTo>
                  <a:pt x="1263604" y="0"/>
                </a:lnTo>
                <a:lnTo>
                  <a:pt x="1263604" y="964804"/>
                </a:lnTo>
                <a:lnTo>
                  <a:pt x="0" y="964804"/>
                </a:lnTo>
                <a:lnTo>
                  <a:pt x="0" y="0"/>
                </a:lnTo>
                <a:close/>
              </a:path>
            </a:pathLst>
          </a:custGeom>
          <a:solidFill>
            <a:srgbClr val="F99B99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ctr" anchorCtr="0">
            <a:noAutofit/>
          </a:bodyPr>
          <a:lstStyle/>
          <a:p>
            <a:pPr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Review the code of another project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0BC16A08-A3BD-C84E-C20E-45561C481444}"/>
              </a:ext>
            </a:extLst>
          </p:cNvPr>
          <p:cNvSpPr txBox="1"/>
          <p:nvPr/>
        </p:nvSpPr>
        <p:spPr>
          <a:xfrm>
            <a:off x="4834478" y="2259174"/>
            <a:ext cx="2095500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Week 5: Fork and sign-up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404C2FE3-9397-E681-BE23-C73A27CF70F0}"/>
              </a:ext>
            </a:extLst>
          </p:cNvPr>
          <p:cNvSpPr txBox="1"/>
          <p:nvPr/>
        </p:nvSpPr>
        <p:spPr>
          <a:xfrm>
            <a:off x="887318" y="275042"/>
            <a:ext cx="2095500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Sessions</a:t>
            </a:r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2F8AE9BB-CA3B-589E-1F2E-00F3B8A11A4F}"/>
              </a:ext>
            </a:extLst>
          </p:cNvPr>
          <p:cNvSpPr txBox="1"/>
          <p:nvPr/>
        </p:nvSpPr>
        <p:spPr>
          <a:xfrm>
            <a:off x="4743038" y="273427"/>
            <a:ext cx="2095500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Arial" panose="020B0604020202020204" pitchFamily="34" charset="0"/>
                <a:cs typeface="Arial" panose="020B0604020202020204" pitchFamily="34" charset="0"/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1044301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</Words>
  <Application>Microsoft Office PowerPoint</Application>
  <PresentationFormat>Benutzerdefiniert</PresentationFormat>
  <Paragraphs>16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laureen thurner</dc:creator>
  <cp:lastModifiedBy>Gerit Wagner</cp:lastModifiedBy>
  <cp:revision>21</cp:revision>
  <dcterms:created xsi:type="dcterms:W3CDTF">2024-03-16T17:23:24Z</dcterms:created>
  <dcterms:modified xsi:type="dcterms:W3CDTF">2025-12-04T08:23:51Z</dcterms:modified>
</cp:coreProperties>
</file>